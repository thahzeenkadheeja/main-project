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Artificial Intelligence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Seminar Presentation</a:t>
            </a:r>
          </a:p>
          <a:p>
            <a:r>
              <a:t>Presented by: Thahzeen Kadheeja</a:t>
            </a:r>
          </a:p>
          <a:p>
            <a:r>
              <a:t>KMCT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transforming agriculture by improving efficiency and sustainability.</a:t>
            </a:r>
          </a:p>
          <a:p>
            <a:r>
              <a:t>• AI-driven technologies include ML, IoT, robotics, and computer vision.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Explore AI applications in agriculture.</a:t>
            </a:r>
          </a:p>
          <a:p>
            <a:r>
              <a:t>• Assess impact on crop yield and farm management.</a:t>
            </a:r>
          </a:p>
          <a:p>
            <a:r>
              <a:t>• Analyze challenges and future trends in AI-driven smart farming.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enables automation in farming.</a:t>
            </a:r>
          </a:p>
          <a:p>
            <a:r>
              <a:t>• Helps optimize soil analysis, crop monitoring, and predictive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Methods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Machine Learning (ML)</a:t>
            </a:r>
          </a:p>
          <a:p>
            <a:r>
              <a:t>• Internet of Things (IoT)</a:t>
            </a:r>
          </a:p>
          <a:p>
            <a:r>
              <a:t>• Expert Systems</a:t>
            </a:r>
          </a:p>
          <a:p>
            <a:r>
              <a:t>• Image Processing &amp; Computer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Soil and Crop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sensors analyze soil moisture and fertility.</a:t>
            </a:r>
          </a:p>
          <a:p>
            <a:r>
              <a:t>• Helps predict crop health and detect diseases.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Uses AI models to forecast climate patterns and optimize irrigation schedules.</a:t>
            </a:r>
          </a:p>
          <a:p>
            <a:r>
              <a:t>• Reduces farming risks and enhances decision-making.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Drones &amp; Robots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Drones monitor crop health and spray pesticides.</a:t>
            </a:r>
          </a:p>
          <a:p>
            <a:r>
              <a:t>• Robots automate planting, weeding, and harvesting.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IoT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IoT sensors collect real-time data on soil moisture, temperature, and weather.</a:t>
            </a:r>
          </a:p>
          <a:p>
            <a:r>
              <a:t>• Enables smart irrigation and automated farm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Wireless Sensor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monitor large farms remotely.</a:t>
            </a:r>
          </a:p>
          <a:p>
            <a:r>
              <a:t>• Enables real-time decision-making and precision agriculture.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Expert Systems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AI-based recommendations for fertilization, irrigation, and pest control.</a:t>
            </a:r>
          </a:p>
          <a:p>
            <a:r>
              <a:t>• Improves farm productivity and sustainability.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pest detection and advisory apps in India.</a:t>
            </a:r>
          </a:p>
          <a:p>
            <a:r>
              <a:t>• Autonomous AI tractors improving efficiency in the U.S.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AI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Collection and Integration issues.</a:t>
            </a:r>
          </a:p>
          <a:p>
            <a:r>
              <a:t>• High cost and technical barriers.</a:t>
            </a:r>
          </a:p>
          <a:p>
            <a:r>
              <a:t>• Ethical and privacy concerns.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Robotics in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Autonomous machines reduce labor dependency.</a:t>
            </a:r>
          </a:p>
          <a:p>
            <a:r>
              <a:t>• AI-powered tractors and robotic weeders improve efficiency.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Agricultural Robotics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productivity and precision.</a:t>
            </a:r>
          </a:p>
          <a:p>
            <a:r>
              <a:t>• Reduces labor costs and optimizes resource utilization.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of AI in Agriculture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precision farming.</a:t>
            </a:r>
          </a:p>
          <a:p>
            <a:r>
              <a:t>• Integration with blockchain technology.</a:t>
            </a:r>
          </a:p>
          <a:p>
            <a:r>
              <a:t>• AI-powered supply chain optimization.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Precision Farming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Advanced AI sensors and drones for site-specific farming.</a:t>
            </a:r>
          </a:p>
          <a:p>
            <a:r>
              <a:t>• Minimizes input costs and maximizes crop yields.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Blockchain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transparency in the supply chain.</a:t>
            </a:r>
          </a:p>
          <a:p>
            <a:r>
              <a:t>• Helps track the lifecycle of crops from production to distribution.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revolutionizing agriculture through automation and smart decision-making.</a:t>
            </a:r>
          </a:p>
          <a:p>
            <a:r>
              <a:t>• Challenges exist, but AI adoption will enhance global food security.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